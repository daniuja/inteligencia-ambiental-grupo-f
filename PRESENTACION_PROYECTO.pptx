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  <p:defaultTextStyle>
    <a:defPPr>
      <a:defRPr lang="es-ES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Robot de reparto autonomo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Grupo F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Inteligencia Ambiental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LEGO EV3 + aplicacion web + MQTT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Objetivo: recibir pedidos, calcular rutas y entregar paquetes</a:t>
            </a:r>
            <a:endParaRPr lang="es-ES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Objetivo del sistema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Recibir pedidos desde una aplicacion web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Interpretar un mapa de calles y edificios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Calcular rutas validas entre recogida y entrega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Mover el robot siguiendo la linea verde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Publicar posicion, estado y odometria</a:t>
            </a:r>
            <a:endParaRPr lang="es-ES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Arquitectura general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Aplicacion web: pedidos, mapa y visualizacion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Broker Mosquitto: intercambio de mensajes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Robot EV3: autonomia, navegacion y actuadores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Decision clave: la web no conduce el robot; el EV3 decide como moverse</a:t>
            </a:r>
            <a:endParaRPr lang="es-ES"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Mapa como grafo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El mapa llega como una cadena de IDs de bloques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Cada bloque define sus direcciones permitidas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Se transforma en una matriz de 7 x 5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Despues se crea un grafo de conexiones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Solo se conectan casillas compatibles entre si</a:t>
            </a:r>
            <a:endParaRPr lang="es-ES"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Planificacion de rutas con BFS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Se usa busqueda en anchura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Todas las casillas tienen el mismo coste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Encuentra la ruta con menor numero de pasos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La ruta se convierte en direcciones: arriba, derecha, abajo e izquierda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Es simple, suficiente y fiable para este mapa</a:t>
            </a:r>
            <a:endParaRPr lang="es-ES"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Aplicacion web y MQTT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La web permite seleccionar recogida y entrega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Muestra mapa, estado y odometria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MQTT desacopla interfaz y robot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Topics: map, pedidos, odometria, estado y posicion inicial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El script set_ip.py facilita cambiar de red</a:t>
            </a:r>
            <a:endParaRPr lang="es-ES"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Control del robot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Dos motores grandes para traccion diferencial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Motor mediano para la pala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Sensor de color para verde y negro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Sensor giroscopico disponible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hardware.py aisla los detalles fisicos del resto del codigo</a:t>
            </a:r>
            <a:endParaRPr lang="es-ES"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Seguimiento de linea verde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El sensor lee valores RGB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Se calcula la verdosidad: G - max(R, B)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Si supera el umbral, el robot considera que esta sobre verde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Se usa un controlador proporcional-derivativo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El robot corrige su giro continuamente mientras avanza</a:t>
            </a:r>
            <a:endParaRPr lang="es-ES"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Deteccion de casillas negras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Los cuadrados negros indican centros de casilla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Tambien hay lineas negras de frontera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Por eso no basta con detectar negro una sola vez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Se usa una maquina de estados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Fases: salir del centro, cruzar frontera y llegar al siguiente centro</a:t>
            </a:r>
            <a:endParaRPr lang="es-ES"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Calibracion y decisiones practicas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El sensor esta delante y a la izquierda del centro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Los giros a izquierda y derecha no eran simetricos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Los giros de 180 grados se fuerzan hacia la izquierda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En giros a la derecha se reduce el giro y se avanza un poco buscando verde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Si no encuentra verde, busca la linea en abanico sin avanzar</a:t>
            </a:r>
            <a:endParaRPr lang="es-ES"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Demostracion practica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Abrir la web y mostrar el mapa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Seleccionar recogida y entrega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Enviar el pedido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Mostrar seguimiento de linea y giros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Ensenar recogida, entrega y odometria en la web</a:t>
            </a:r>
            <a:endParaRPr lang="es-ES"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50000" y="330000"/>
            <a:ext cx="111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s-ES" sz="3600" b="1">
                <a:solidFill>
                  <a:srgbClr val="0F3F5F"/>
                </a:solidFill>
              </a:rPr>
              <a:t>Resultados y conclusiones</a:t>
            </a:r>
            <a:endParaRPr lang="es-ES"/>
          </a:p>
        </p:txBody>
      </p:sp>
      <p:sp>
        <p:nvSpPr>
          <p:cNvPr id="3" name="Content"/>
          <p:cNvSpPr/>
          <p:nvPr/>
        </p:nvSpPr>
        <p:spPr>
          <a:xfrm>
            <a:off x="750000" y="1450000"/>
            <a:ext cx="10600000" cy="4750000"/>
          </a:xfrm>
          <a:prstGeom prst="rect">
            <a:avLst/>
          </a:prstGeom>
          <a:solidFill>
            <a:srgbClr val="F7FAFC"/>
          </a:solidFill>
          <a:ln>
            <a:solidFill>
              <a:srgbClr val="D5E0E6"/>
            </a:solidFill>
          </a:ln>
        </p:spPr>
        <p:txBody>
          <a:bodyPr lIns="220000" tIns="180000" rIns="220000" bIns="180000"/>
          <a:lstStyle/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Sistema completo: web + MQTT + robot fisico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El robot ejecuta pedidos completos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La calibracion real fue la parte mas dificil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La arquitectura modular facilito ajustar cada componente</a:t>
            </a:r>
            <a:endParaRPr lang="es-ES" sz="2300"/>
          </a:p>
          <a:p>
            <a:pPr marL="360000" indent="-180000">
              <a:buChar char="?"/>
            </a:pPr>
            <a:r>
              <a:rPr lang="es-ES" sz="2300">
                <a:solidFill>
                  <a:srgbClr val="172033"/>
                </a:solidFill>
              </a:rPr>
              <a:t>Mejoras futuras: mas sensores, calibracion desde web y ruta visible</a:t>
            </a:r>
            <a:endParaRPr lang="es-ES"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upoF">
  <a:themeElements>
    <a:clrScheme name="GrupoF">
      <a:dk1>
        <a:srgbClr val="172033"/>
      </a:dk1>
      <a:lt1>
        <a:srgbClr val="FFFFFF"/>
      </a:lt1>
      <a:dk2>
        <a:srgbClr val="0F3F5F"/>
      </a:dk2>
      <a:lt2>
        <a:srgbClr val="F7FAFC"/>
      </a:lt2>
      <a:accent1>
        <a:srgbClr val="155B7E"/>
      </a:accent1>
      <a:accent2>
        <a:srgbClr val="22C55E"/>
      </a:accent2>
      <a:accent3>
        <a:srgbClr val="F59E0B"/>
      </a:accent3>
      <a:accent4>
        <a:srgbClr val="3B82F6"/>
      </a:accent4>
      <a:accent5>
        <a:srgbClr val="64748B"/>
      </a:accent5>
      <a:accent6>
        <a:srgbClr val="DC2626"/>
      </a:accent6>
      <a:hlink>
        <a:srgbClr val="155B7E"/>
      </a:hlink>
      <a:folHlink>
        <a:srgbClr val="155B7E"/>
      </a:folHlink>
    </a:clrScheme>
    <a:fontScheme name="Arial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Robot de Reparto - Grupo F</dc:title>
  <dc:creator>Grupo F</dc:creator>
  <cp:lastModifiedBy>Grupo F</cp:lastModifiedBy>
  <dcterms:created xsi:type="dcterms:W3CDTF">2026-05-14T16:51:13.709795Z</dcterms:created>
  <dcterms:modified xsi:type="dcterms:W3CDTF">2026-05-14T16:51:13.709795Z</dcterms:modified>
</cp:coreProperties>
</file>